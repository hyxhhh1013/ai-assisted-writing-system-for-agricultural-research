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61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26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封面先把请求说死。框架能出初稿，三篇学长稿标定上限，缺的是作者自己走一遍。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时间不够留 03、05、07、08、09、16、21、22。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还没证明的是组员自己打开系统走完。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先承认别人强。我们只讲实验室这一摊。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公开标价说大约。我们要的是同一量级的服务器、接口和陪跑。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公网订阅继续润色英文、查海量文献。禾书耕文补进不了组内数据的那一段。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听到「一键出全文」回到这页。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现在接近 A 的系统能走完。缺的是人真的自己走完。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后面四页各讲一件。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不能代替知网终检。预检分数不能当成学校分数。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稿好不好，下一步看库新不新。每方向千篇是工作目标，不是已经自动达成的数字。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覆盖本实验室常用科研图。特殊期刊精排仍要作者收尾。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 省找功能的时间，省不了科研判断。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这一页证明框架有了。下一页用三篇真人稿证明上限看见了。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不保证句子漂亮。贡献点立不立得住，要作者判。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都是代跑。当场打开一份 Word。终稿仍是作者的。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没有第 1 样，后两样撑不住。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边界自己先说，比被问到再解释更像做过取舍。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工程用一句带过。时间留给真题怎么组织。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学不会和不急着写要分开说。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缺的不是开发费。缺的是定性、人、题、看稿日。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老师不填第 1、第 2 格，后面两格下次再说。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09160" y="0"/>
            <a:ext cx="748253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09160" y="0"/>
            <a:ext cx="73152" cy="6858000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691640"/>
            <a:ext cx="4114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实验室科研写作系统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49240"/>
            <a:ext cx="4023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AAEC0"/>
                </a:solidFill>
                <a:latin typeface="Microsoft YaHei"/>
                <a:ea typeface="Microsoft YaHei"/>
                <a:cs typeface="Microsoft YaHei"/>
              </a:rPr>
              <a:t>2026.10
课题组导师 / 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325880"/>
            <a:ext cx="6492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今天要定的事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737360"/>
            <a:ext cx="649224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请老师给使用闭环：
定性、一个人、一道真题、一个看稿日。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3246120"/>
            <a:ext cx="6446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66360" y="3246120"/>
            <a:ext cx="91440" cy="777240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331927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系统层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593591"/>
            <a:ext cx="5943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查重、组内文献、配图、Agent 已串成一条初稿路径。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4114800"/>
            <a:ext cx="6446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60" y="4114800"/>
            <a:ext cx="91440" cy="77724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418795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稿件层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4462272"/>
            <a:ext cx="5943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龙智、陈韶光、易程三篇真实题目初稿，用来看 AI 上限。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4983479"/>
            <a:ext cx="6446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66360" y="4983479"/>
            <a:ext cx="91440" cy="77724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5056631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不承诺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5330951"/>
            <a:ext cx="5943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完整产品、一键全文。优势是人在组里一直改。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  /  22     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十五分钟，六件事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2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984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98448"/>
            <a:ext cx="1051560" cy="14813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3" y="1755648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463039"/>
            <a:ext cx="4160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1828800"/>
            <a:ext cx="4160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课题组已经在为什么付钱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2194560"/>
            <a:ext cx="4160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和公网订阅比量级，不和品牌比功能个数。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2984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5352" y="1298448"/>
            <a:ext cx="1051560" cy="14813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1755648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463039"/>
            <a:ext cx="4160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1828800"/>
            <a:ext cx="4160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占哪条缝，三期怎样算过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194560"/>
            <a:ext cx="4160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驻组、作者主笔、可审校初稿。过不了就停。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294436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" y="2944368"/>
            <a:ext cx="1051560" cy="14813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3" y="3401568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108960"/>
            <a:ext cx="4160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3474720"/>
            <a:ext cx="4160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查重、知识库、图表、Agent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3840479"/>
            <a:ext cx="4160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四件原来就要花钱或花时间的事，收进一条路径。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294436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45352" y="2944368"/>
            <a:ext cx="1051560" cy="14813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18504" y="3401568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08960"/>
            <a:ext cx="4160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证明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74720"/>
            <a:ext cx="4160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一条路径，三篇学长原稿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79"/>
            <a:ext cx="4160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代跑标定上限，不是组员已经独立用起来。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459028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" y="4590288"/>
            <a:ext cx="1051560" cy="14813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3" y="5047488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3352" y="4754879"/>
            <a:ext cx="4160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3352" y="5120640"/>
            <a:ext cx="4160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技术能扛，现实层在空转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3352" y="5486400"/>
            <a:ext cx="4160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定性没锁，组里暂时也不急着写论文。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59028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45352" y="4590288"/>
            <a:ext cx="1051560" cy="14813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8504" y="5047488"/>
            <a:ext cx="914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4754879"/>
            <a:ext cx="4160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支持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5120640"/>
            <a:ext cx="4160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定性、人、题、看稿日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5486400"/>
            <a:ext cx="4160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不请大额开发费，不请第二名全职开发。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  /  22     阶段判断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框架能出初稿，上限已经看见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3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217078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389888"/>
            <a:ext cx="2061057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方向规划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1409" y="1481328"/>
            <a:ext cx="2011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9425" y="1280160"/>
            <a:ext cx="217078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4289" y="1389888"/>
            <a:ext cx="2061057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建项目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1923" y="1481328"/>
            <a:ext cx="2011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9939" y="1280160"/>
            <a:ext cx="217078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54803" y="1389888"/>
            <a:ext cx="2061057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分节写作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2436" y="1481328"/>
            <a:ext cx="2011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0452" y="1280160"/>
            <a:ext cx="217078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5316" y="1389888"/>
            <a:ext cx="2061057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审查 · 查重 · 配图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2950" y="1481328"/>
            <a:ext cx="2011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60966" y="1280160"/>
            <a:ext cx="2170785" cy="8686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15830" y="1389888"/>
            <a:ext cx="2061057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Word / PDF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2377440"/>
            <a:ext cx="3675887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" y="2377440"/>
            <a:ext cx="3675887" cy="1097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2633472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7180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74720"/>
            <a:ext cx="3246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稿不丢，页面和上传收紧，工作台以后好改。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2377440"/>
            <a:ext cx="3675887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2" y="2377440"/>
            <a:ext cx="3675887" cy="109728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2633472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297180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真题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3474720"/>
            <a:ext cx="3246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指定人、指定题、指定截止日期。走出作者自己点出来的 1～2 篇。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9872" y="2377440"/>
            <a:ext cx="3675887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19872" y="2377440"/>
            <a:ext cx="3675887" cy="1097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2633472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97180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尺子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74720"/>
            <a:ext cx="3246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定性锁在驻组、可审校初稿。按问题清单改小功能，事先说上限。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4892040"/>
            <a:ext cx="11292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仓库约四百余次提交。近期主轴是每轮一个可见结果，蓝图和大纲都等人批准。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04  /  22     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四类工具，各卖什么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4 / 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80160"/>
          <a:ext cx="112928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课题组用它解决什么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公网润色 / 投稿检查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Paperpal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英文语法、投稿前语言和引用检查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公网文献助手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SciSpace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海量论文里检索、和 PDF 对话、写综述笔记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综述 Agent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Elicit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筛文献、抽表格、做系统综述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53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通用对话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等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零门槛起草、改写、答疑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8912" y="5440680"/>
            <a:ext cx="11292840" cy="86868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270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国内「科研全家桶」功能更多、培训更强。不拿功能个数去比，避免被问成「怎么打过解螺旋」。我们只讲组内文献和实验数据进稿。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05  /  22     价格锚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和课题组已经在花的钱比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5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367588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80160"/>
            <a:ext cx="3675887" cy="91440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Paperpal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144～348 美元 / 人 /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3246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Prime 到 Pro，英文润色与投稿检查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280160"/>
            <a:ext cx="367588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1280160"/>
            <a:ext cx="3675887" cy="9144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150876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SciSpace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192024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年付约 12 美元 /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606040"/>
            <a:ext cx="3246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Premium 约 144 美元 / 年，文献任务重时更贵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280160"/>
            <a:ext cx="367588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19872" y="1280160"/>
            <a:ext cx="3675887" cy="9144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50876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Elicit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2024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约 49 美元 / 人 /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06040"/>
            <a:ext cx="3246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按年付，偏系统综述，比写作订阅贵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611880"/>
            <a:ext cx="7040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3794760"/>
            <a:ext cx="6583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查重是另一笔反复开支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51960"/>
            <a:ext cx="6583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知网个人约 1.5 元/千字，AIGC 约 2 元/千字。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硕士稿三万字一轮大约一百出头，改一版再测就是几百。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终检不能省。能省的是还没改完就反复送正式库。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62672" y="3611880"/>
            <a:ext cx="4069080" cy="265176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7" y="3840480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我们请的量级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4297680"/>
            <a:ext cx="37033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五人组一年公网订阅大约几千到一万出头人民币。文献和数据在对方云上。下一期买的不是完整产品，是把组内路径绑到真实写稿任务上。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06  /  22     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我们占的那条缝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6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80160"/>
            <a:ext cx="1234440" cy="106070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572768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426463"/>
            <a:ext cx="9509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资产留在组里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组内 PDF、实验表、稿留在实验室服务器上。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450591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2450591"/>
            <a:ext cx="1234440" cy="106070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743199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596896"/>
            <a:ext cx="9509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引用有边界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980944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写作落到当前这一节，引用编号不得超出本次检索到的文献。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3621024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" y="3621024"/>
            <a:ext cx="1234440" cy="106070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913632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767328"/>
            <a:ext cx="9509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数字要对上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151376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结果章要接得上实验数据，不能凭对话编出数字。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4791456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" y="4791456"/>
            <a:ext cx="1234440" cy="106070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5084064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937760"/>
            <a:ext cx="9509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农科写法在流程里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21808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IMRaD、结果与讨论分开，过度绝对的措辞会拦。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07  /  22     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作者主笔。优势是驻组，不是完整产品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11292840" cy="169164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10835640" cy="1325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我不保证做出一个完整的、别人拿去就能用的产品。我保证的是：人一直在课题组里，按真实写稿需求改，做成最贴这组的系统。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154680"/>
            <a:ext cx="27614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3291840"/>
            <a:ext cx="24871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749039"/>
            <a:ext cx="2487168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从组内文献里找依据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3154680"/>
            <a:ext cx="27614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3291840"/>
            <a:ext cx="24871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起草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749039"/>
            <a:ext cx="2487168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按当前这一节出草稿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3154680"/>
            <a:ext cx="27614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291840"/>
            <a:ext cx="24871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749039"/>
            <a:ext cx="2487168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配图、审查、查重预检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9992" y="3154680"/>
            <a:ext cx="27614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2" y="3291840"/>
            <a:ext cx="24871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交稿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749039"/>
            <a:ext cx="2487168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导出给导师看的 Word /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754880"/>
            <a:ext cx="112928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学生按阶段往下走。大纲、蓝图、每一轮结果，作者点头之后才进入下一步。不是外包交钥匙，也不是拿功能个数去打公网品牌。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08  /  22     投资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三期分开验收，过不了就停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8 / 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80160"/>
          <a:ext cx="112928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这期买到什么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怎样算过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 本实验室打穿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 + 陪跑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系统能走完；三篇代跑可看上限；另有 1 篇作者自己点出来，导师看过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组内能复制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按清单小改，有上限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3 人独立完成「文献 → 写一节 → 导出」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 对外试点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第二个实验室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对方自己导入文献并写出一节，附一页运维说明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8912" y="4846320"/>
            <a:ext cx="11292840" cy="141732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5010912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现在卡在 A 的后半句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76672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工程上系统已经能走完，三篇学长稿把「AI 能写到哪」标定了。缺的是指定的人用真题自己走完。第一篇作者自走的稿出来之前，不用「等反馈」去开 LaTeX、基金标书、多实验室网站。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09  /  22     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四件实验室原来就在做的事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9 / 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80160"/>
          <a:ext cx="112928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以前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查重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按次付费，问题段自己找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组内预检 + 降重定位，再决定送不送终检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在个人电脑，人走库散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组内库增量入库，写作时按章节检索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Origin、Jade、PPT 来回切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同一工作台出图、出表，进文稿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上手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按钮多，不知道先点哪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 Agent 说下一步；关键步骤仍等人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8912" y="5623560"/>
            <a:ext cx="11292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这四件都是课题组原来就要花钱或花时间的。系统把它们收进同一条写稿路径。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10  /  22     查重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从反复送检，变成组内先看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10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5532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5074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上学期的真实开支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初稿测、改完测、临近提交再测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单次单价现在并不夸张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贵在往返次数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还没定位问题段就送正式库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280160"/>
            <a:ext cx="5577840" cy="32461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444752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系统里现在做的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9659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相似性预检，标出重复段落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降重后并排看，再决定采纳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和质量审查放在同一个入口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写完本节就能去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4709160"/>
            <a:ext cx="11292840" cy="155448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864608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30368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预检用来减少正式库的往返。学校或期刊指定的知网 / 维普终检仍然要做。若被问能不能代替知网：不能代替终检，能少做几次无准备的付费检测。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11  /  22    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文献从个人盘变成组里的增量库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11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56235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80160"/>
            <a:ext cx="109728" cy="2176272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536192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留在组里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03120"/>
            <a:ext cx="5029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私域 PDF 进组内索引。换届、换电脑，库不断。检索是关键词加语义，两路合并。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280160"/>
            <a:ext cx="56235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109728" cy="217627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536192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按章检索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103120"/>
            <a:ext cx="5029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按论文结构切块。写引言、方法、结果时，检索偏向不同。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611879"/>
            <a:ext cx="56235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3611879"/>
            <a:ext cx="109728" cy="217627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867911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只处理新增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434840"/>
            <a:ext cx="5029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新论文不必整库重做。题录可走 RIS / BibTeX，开放获取全文可入库。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611879"/>
            <a:ext cx="56235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5352" y="3611879"/>
            <a:ext cx="109728" cy="217627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867911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大约 900 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434840"/>
            <a:ext cx="5029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历史上曾经到这个量级。之后靠各方向继续投喂，库才会新。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12  /  22    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少切几次软件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261872"/>
            <a:ext cx="11292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以前：表格 → Origin / Jade → PPT → 分子网站 → 贴回 Word。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37360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1737360"/>
            <a:ext cx="2761488" cy="1097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057400"/>
            <a:ext cx="24871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697480"/>
            <a:ext cx="2487168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柱状、折线、散点、热力、面积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737360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9272" y="1737360"/>
            <a:ext cx="2761488" cy="109728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2057400"/>
            <a:ext cx="24871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表征与计算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697480"/>
            <a:ext cx="2487168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XRD、DFT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1" y="1737360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1" y="1737360"/>
            <a:ext cx="2761488" cy="10972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057400"/>
            <a:ext cx="24871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三线表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697480"/>
            <a:ext cx="2487168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统计结果直接进文稿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9992" y="1737360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79992" y="1737360"/>
            <a:ext cx="2761488" cy="109728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2057400"/>
            <a:ext cx="24871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示意图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697480"/>
            <a:ext cx="2487168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流程、机理草图、分子结构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4297680"/>
            <a:ext cx="11292840" cy="196596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709160"/>
            <a:ext cx="1083564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图在同一注册表里增加。写作和 Agent 可以调用，经过布局和质检后再进文稿，导出带题注清单。龙智、陈韶光、易程三篇原稿里都已经进过图。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13  /  22     上手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说下一步，关键步等人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5074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以前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功能齐，路径像填题、点生成、导出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作者参与少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新人不知道该点哪个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280160"/>
            <a:ext cx="5577840" cy="32004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444752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9659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跟 Agent 说下一步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系统去调文献、写节、作图、检查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每一轮留下一个看得见的结果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没有大纲会先问，不会直接往下写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4663440"/>
            <a:ext cx="11292840" cy="160020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828032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仍然等人点头的地方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93792"/>
            <a:ext cx="10881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大纲和蓝图必须批准。导师确认过的方向是人机协作：人先写要点，系统再扩写。三篇学长稿是开发者带着系统和材料代跑出来的——流程能走通，判断仍在人。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14  /  22     本阶段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一条能走完的初稿路径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1  方向或新建项目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2  导入文献，确认配置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1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3  大纲批准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9992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4  按节起草并质检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47472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5  实验数据进入结果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347472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6  图和表进文稿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1" y="347472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7  审查、查重、降重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9992" y="3474720"/>
            <a:ext cx="2761488" cy="196596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 导出 Word / PDF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15  /  22     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先拦住三类最费时间的错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15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11292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80160"/>
            <a:ext cx="2331720" cy="14173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2103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乱引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45919"/>
            <a:ext cx="84124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引用编号只能来自检索到的文献，越界会去掉并告警。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834639"/>
            <a:ext cx="11292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2834639"/>
            <a:ext cx="2331720" cy="14173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39"/>
            <a:ext cx="2103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编造数字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399"/>
            <a:ext cx="84124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精确数字要对上实验数据或文献，对不上就告警。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4389120"/>
            <a:ext cx="11292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4389120"/>
            <a:ext cx="2331720" cy="14173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2103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结构串章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54880"/>
            <a:ext cx="84124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结果和讨论分开写。章节之间做一致性检查。写完可以进审查清单。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100" b="1" dirty="0">
              <a:solidFill>
                <a:srgbClr val="C056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三篇学长初稿，上限在哪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261872"/>
          <a:ext cx="114300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学长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写什么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已经能到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到不了（上限）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龙智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茶树 CSS0022168 负调控茶氨酸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结构、数字、图能进第一稿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新梢发育有没有直接表型；投稿英文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陈韶光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红麻催化热解，生物炭 / HZSM-5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问题→结果→机理几天内能铺开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单次实验、峰面积分数、缺对照，机理会被写圆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易程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KSC3 生物炭降茶树氟（多品种）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降氟、品质、微生物可给导师看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同一题两种贡献句都写得出，必须人锁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8912" y="5029200"/>
            <a:ext cx="11292840" cy="123444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5212080"/>
            <a:ext cx="108813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第一版远快于从零手写；组内数据和引用能进稿；贡献点立不立得住，系统替代不了。下一期不是再代写一篇，是作者自己打开系统走一遍。原稿在 F:\论文。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17  /  22     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会上带三样实物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11292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80160"/>
            <a:ext cx="1417320" cy="14173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737360"/>
            <a:ext cx="1417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481328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三份初稿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938528"/>
            <a:ext cx="9326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龙智带图稿、陈韶光 CEJ 中文稿、易程降氟全文。路径：F:\论文\龙智、陈韶光、易程。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834639"/>
            <a:ext cx="11292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2834639"/>
            <a:ext cx="1417320" cy="14173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3291839"/>
            <a:ext cx="1417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035808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一页过程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493007"/>
            <a:ext cx="9326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用了哪些步骤、卡在哪、人工改了什么、接口大约花了多少。写清代跑 vs 作者自己点。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4389120"/>
            <a:ext cx="11292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" y="4389120"/>
            <a:ext cx="1417320" cy="14173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4846320"/>
            <a:ext cx="1417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590288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一页对照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047488"/>
            <a:ext cx="9326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ChatGPT、Paperpal、本系统各做哪一段。本系统不做什么，写在同一页。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18  /  22     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做到的，和先写明的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553212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80160"/>
            <a:ext cx="5532120" cy="50292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5074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这期做到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01168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私域检索、分节写作、引用约束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审查和查重预检、常用科研图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Word / PDF，关键步骤等人批准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实验室可以部署试用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三篇真实题目的可审校初稿（代跑）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上限可以指给老师看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280160"/>
            <a:ext cx="557784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53912" y="1280160"/>
            <a:ext cx="5577840" cy="502920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371600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不放进这期承诺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完整产品；一键全文；无人值守可投稿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期刊级精排、稳定的 LaTeX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二十人同时写、全年无运维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替代知网终检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生信平台或基金标书系统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再做一套站点，或把管线推倒重写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19  /  22     下一阶段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4～8 周：先打穿真题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690372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64922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主轴：试用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6446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定性：驻组写作系统，验收可审校初稿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选 1～2 个方向，各 1 篇真题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作者自己点，开发者陪跑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空项目 → 文献 → 大纲批准 → 写节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图 / 表 → 质量中心 → 导出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回收：质量、速度、卡点、敢不敢投稿前自查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只按清单改小处，事先说好上限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25512" y="1280160"/>
            <a:ext cx="4206240" cy="49834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2" y="1444752"/>
            <a:ext cx="3794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同时做的工程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011680"/>
            <a:ext cx="3794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页面内容消毒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中断时后台也能停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作图和上传收紧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建项和自动保存不丢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工作台编排下沉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LaTeX 未拍板不开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20  /  22     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主因不是学不会，是没有截止日期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736092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6903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现实层 · 主因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6903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产品定性没锁死；组里现在不急着写。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77440"/>
            <a:ext cx="6903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没有「不写不行」的节点，任何写作工具都是选修课。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三篇学长稿是代跑，填不上这条空档。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下一阶段先绑到已有任务：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·  开题或中期必须交的综述一章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·  基金本子里的已有工作，改写成引言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·  一组数据，两周内只走工作台，出结果节骨架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1280160"/>
            <a:ext cx="3749039" cy="49834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44752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技术层 · 能扛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96596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安全、中断、保存不丢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人多时 4 核 8G 会慢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库不再入库就会旧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开发仍是一人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瓶颈在试用组织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不先招第二名全职开发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21  /  22     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请老师给使用闭环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21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61872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61872"/>
            <a:ext cx="777240" cy="106070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536192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71600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一句话定性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37360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驻组写作系统；作者主笔；验收可审校初稿。不验收完整产品，不验收一键全文。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432304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2432304"/>
            <a:ext cx="777240" cy="1060704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706624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542032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一个真实写稿任务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907792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作者、题目、交稿日、老师看稿日，填在下一页。绑到开题 / 中期 / 两周结果节，不要另起炉灶。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3602736"/>
            <a:ext cx="11292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" y="3602736"/>
            <a:ext cx="777240" cy="106070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877056"/>
            <a:ext cx="777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712463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再点 1～2 个人走完一节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78224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2～4 周完成「文献 → 写一节 → 导出」。我陪跑，作者自己点。收回一张卡点清单。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4846320"/>
            <a:ext cx="11292840" cy="141732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5029200"/>
            <a:ext cx="108813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维持：DeepSeek / 智谱和 4 核 8G 按现有规模。文献继续入库。不请大额开发费，不请第二名全职开发。LaTeX、基金本子、第二个实验室这期不做。不要用「组员去学」代替交稿日。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22  /  22     拍板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请当场填四格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22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261872"/>
            <a:ext cx="11292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261872"/>
            <a:ext cx="640080" cy="8686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463039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335024"/>
            <a:ext cx="10149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定性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45919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□ 驻组、可审校初稿          □ 其他 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221991"/>
            <a:ext cx="11292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2221991"/>
            <a:ext cx="640080" cy="8686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423160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95144"/>
            <a:ext cx="10149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第一篇作者自走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06039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作者 ______    题目 ______    交稿日 ______    老师看稿日 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3182112"/>
            <a:ext cx="11292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" y="3182112"/>
            <a:ext cx="640080" cy="8686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383280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55264"/>
            <a:ext cx="10149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再走完一节的人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66160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______________            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4142232"/>
            <a:ext cx="11292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" y="4142232"/>
            <a:ext cx="640080" cy="86868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4343400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215384"/>
            <a:ext cx="10149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模型 / LaTeX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526280"/>
            <a:ext cx="10149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□ 维持现有     □ 按 5 人试用上调     □ LaTeX 这期不做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5166360"/>
            <a:ext cx="11292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请用一篇作者自己走的真题，给驻组迭代一个闭环。其他实验室是这条路走通之后的事。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1475</Words>
  <Application>Microsoft Office PowerPoint</Application>
  <PresentationFormat>宽屏</PresentationFormat>
  <Paragraphs>391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禾书耕文：阶段汇报与下一期投入</dc:title>
  <dc:subject>2026-10 融合稿</dc:subject>
  <dc:creator>禾书耕文</dc:creator>
  <cp:keywords/>
  <dc:description>generated using python-pptx</dc:description>
  <cp:lastModifiedBy>t379</cp:lastModifiedBy>
  <cp:revision>2</cp:revision>
  <dcterms:created xsi:type="dcterms:W3CDTF">2013-01-27T09:14:16Z</dcterms:created>
  <dcterms:modified xsi:type="dcterms:W3CDTF">2026-10-07T03:05:08Z</dcterms:modified>
  <cp:category/>
</cp:coreProperties>
</file>